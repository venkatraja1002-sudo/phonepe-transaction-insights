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59" r:id="rId5"/>
    <p:sldId id="261" r:id="rId6"/>
    <p:sldId id="263" r:id="rId7"/>
    <p:sldId id="264" r:id="rId8"/>
    <p:sldId id="265" r:id="rId9"/>
    <p:sldId id="267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890" y="3242187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Project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Venkat Raja C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https://github.com/venkatraja1002-sudo/phonepe-transaction-insights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IN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5896"/>
            <a:ext cx="8229600" cy="4877466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I built a complete data pipeline that extracts transaction data from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PhonePe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datasets, stores it in a MySQL database, and visualizes the insights using an interactive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helps us understand: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growth over years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performing states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transactions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digital payment trends in India</a:t>
            </a:r>
          </a:p>
          <a:p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680CE7-DFE9-750B-C437-CC498A1B7A78}"/>
              </a:ext>
            </a:extLst>
          </p:cNvPr>
          <p:cNvSpPr txBox="1"/>
          <p:nvPr/>
        </p:nvSpPr>
        <p:spPr>
          <a:xfrm>
            <a:off x="383459" y="1938741"/>
            <a:ext cx="862289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visualize aggregated values of payment categories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maps for total values at state and district levels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top-performing states, districts, and pin codes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49E31C-EC57-9EBD-FE42-8560E3A04BE2}"/>
              </a:ext>
            </a:extLst>
          </p:cNvPr>
          <p:cNvSpPr txBox="1"/>
          <p:nvPr/>
        </p:nvSpPr>
        <p:spPr>
          <a:xfrm>
            <a:off x="2418735" y="402635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3200" b="1" i="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endParaRPr lang="en-IN" sz="32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644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387" y="596645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213" y="2332037"/>
            <a:ext cx="8229600" cy="4525963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PhonePe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dataset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transaction volume and growth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state-wise payment trends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insights using dashboards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399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for data processing and ETL pipeline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for data manipulation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/ Database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for storing structured transaction data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Matplotlib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for creating visualizations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for building the interactive dashboard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for version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6754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187" y="2553929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State-wise transaction analysis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Year-wise growth analysis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District-level insights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growth analysis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amount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381" y="2435942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states show high digital payment adoption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volumes increase year by year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payments expanded rapidly after 2020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districts show faster adoption rates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444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83426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large JSON datasets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inconsistent data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large-scale visualization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user-friendly dashboards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the power of data analytics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meaningful insights from digital payment data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digital transaction growth in India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practical application of Python and data visualization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264</Words>
  <Application>Microsoft Office PowerPoint</Application>
  <PresentationFormat>On-screen Show (4:3)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Times New Roman</vt:lpstr>
      <vt:lpstr>Wingdings</vt:lpstr>
      <vt:lpstr>Office Theme</vt:lpstr>
      <vt:lpstr>PhonePe Transaction Insights</vt:lpstr>
      <vt:lpstr>Introduction </vt:lpstr>
      <vt:lpstr>PowerPoint Presentation</vt:lpstr>
      <vt:lpstr>Project Objectives</vt:lpstr>
      <vt:lpstr>Technologies Used</vt:lpstr>
      <vt:lpstr>Data Analysis Performed</vt:lpstr>
      <vt:lpstr>Key Insights</vt:lpstr>
      <vt:lpstr>Challenges Faced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venkat raja</cp:lastModifiedBy>
  <cp:revision>3</cp:revision>
  <dcterms:created xsi:type="dcterms:W3CDTF">2013-01-27T09:14:16Z</dcterms:created>
  <dcterms:modified xsi:type="dcterms:W3CDTF">2026-03-09T17:52:48Z</dcterms:modified>
  <cp:category/>
</cp:coreProperties>
</file>